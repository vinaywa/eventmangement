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0" r:id="rId11"/>
    <p:sldId id="271" r:id="rId12"/>
    <p:sldId id="272" r:id="rId13"/>
    <p:sldId id="273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93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>
        <p:guide orient="horz" pos="2160"/>
        <p:guide pos="2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6b01b1ea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6b01b1ea1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a6b01b1ea1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ED01902-C4FF-C78A-8529-D2856EF13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>
            <a:extLst>
              <a:ext uri="{FF2B5EF4-FFF2-40B4-BE49-F238E27FC236}">
                <a16:creationId xmlns:a16="http://schemas.microsoft.com/office/drawing/2014/main" id="{5876CAFA-DDA4-36C5-02C7-BFAD7E816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>
            <a:extLst>
              <a:ext uri="{FF2B5EF4-FFF2-40B4-BE49-F238E27FC236}">
                <a16:creationId xmlns:a16="http://schemas.microsoft.com/office/drawing/2014/main" id="{3E065B95-5C76-283D-340A-97F886E75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5179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00F8C4D-FDE4-FAC2-47E7-CE0C06882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>
            <a:extLst>
              <a:ext uri="{FF2B5EF4-FFF2-40B4-BE49-F238E27FC236}">
                <a16:creationId xmlns:a16="http://schemas.microsoft.com/office/drawing/2014/main" id="{06927622-D89B-07FF-792D-A02694884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>
            <a:extLst>
              <a:ext uri="{FF2B5EF4-FFF2-40B4-BE49-F238E27FC236}">
                <a16:creationId xmlns:a16="http://schemas.microsoft.com/office/drawing/2014/main" id="{BB262E71-4BAB-173C-5E62-2ECB6D538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1908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CC9BE602-EE54-2A15-2B88-45579709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>
            <a:extLst>
              <a:ext uri="{FF2B5EF4-FFF2-40B4-BE49-F238E27FC236}">
                <a16:creationId xmlns:a16="http://schemas.microsoft.com/office/drawing/2014/main" id="{DFD982B6-F974-F90D-3705-527B820A2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>
            <a:extLst>
              <a:ext uri="{FF2B5EF4-FFF2-40B4-BE49-F238E27FC236}">
                <a16:creationId xmlns:a16="http://schemas.microsoft.com/office/drawing/2014/main" id="{A5FC7F94-BB25-7646-07E7-349CFE962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8909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733F75E-029B-48CE-0A23-657C549C4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>
            <a:extLst>
              <a:ext uri="{FF2B5EF4-FFF2-40B4-BE49-F238E27FC236}">
                <a16:creationId xmlns:a16="http://schemas.microsoft.com/office/drawing/2014/main" id="{9C4CF108-8A76-6455-9A08-230F3950A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>
            <a:extLst>
              <a:ext uri="{FF2B5EF4-FFF2-40B4-BE49-F238E27FC236}">
                <a16:creationId xmlns:a16="http://schemas.microsoft.com/office/drawing/2014/main" id="{70DCFAA7-FFF1-D578-D328-9934ACBAA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0519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6b01b1ea1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6b01b1ea1_1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a6b01b1ea1_1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" name="Google Shape;36;p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37" name="Google Shape;37;p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" name="Google Shape;38;p4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" name="Google Shape;40;p4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1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" name="Google Shape;23;p1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/>
        </p:nvSpPr>
        <p:spPr>
          <a:xfrm>
            <a:off x="1043608" y="1628800"/>
            <a:ext cx="662473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EVENT MANAGEMENT SYSTEM</a:t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2195736" y="2852936"/>
            <a:ext cx="5112568" cy="2523768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Details: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2310992560                                        Vinay                       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2310992562                                        Vivek                                              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2310992563                                        Vrinda                             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2310992554                                        Vansh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Coordinator:               Dr. Shivani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Nitesh Kumar</a:t>
            </a: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467544" y="1366115"/>
            <a:ext cx="69129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Details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 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Highlights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References/Links used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/>
        </p:nvSpPr>
        <p:spPr>
          <a:xfrm>
            <a:off x="71975" y="95950"/>
            <a:ext cx="6882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334850" y="1183200"/>
            <a:ext cx="8339400" cy="50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just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web-based platform to manage college events, registrations, and communication.</a:t>
            </a:r>
          </a:p>
          <a:p>
            <a:pPr marL="342900" lvl="0" indent="-342900" algn="just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using Node.js + Express, MongoDB, Redis, and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WebSockets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real-time updates.</a:t>
            </a:r>
          </a:p>
          <a:p>
            <a:pPr marL="342900" lvl="0" indent="-342900" algn="just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centralized event info, role-based access, and instant notifications.</a:t>
            </a:r>
          </a:p>
          <a:p>
            <a:pPr marL="342900" lvl="0" indent="-342900" algn="just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real-time event chat rooms and organizer-to-student messaging.</a:t>
            </a:r>
          </a:p>
          <a:p>
            <a:pPr marL="342900" lvl="0" indent="-342900" algn="just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manual work and improves student participation through quick, automated updates.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72" name="Google Shape;72;p8"/>
          <p:cNvSpPr txBox="1"/>
          <p:nvPr/>
        </p:nvSpPr>
        <p:spPr>
          <a:xfrm>
            <a:off x="230505" y="3429000"/>
            <a:ext cx="8735695" cy="1480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467544" y="1285714"/>
            <a:ext cx="8328984" cy="507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indent="-152400" algn="just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management at colleges is hampered by inefficient manual processes, such as paperwork and physical notices, which are time-consuming and error-prone.</a:t>
            </a:r>
          </a:p>
          <a:p>
            <a:pPr lvl="0" indent="-152400" algn="just">
              <a:buClr>
                <a:schemeClr val="dk1"/>
              </a:buClr>
              <a:buSzPts val="2400"/>
              <a:buFont typeface="Times New Roman"/>
              <a:buChar char="•"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152400" algn="just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communication gap between organizers and students, resulting in low awareness and poor participation.</a:t>
            </a:r>
          </a:p>
          <a:p>
            <a:pPr lvl="0" indent="-152400" algn="just">
              <a:buClr>
                <a:schemeClr val="dk1"/>
              </a:buClr>
              <a:buSzPts val="2400"/>
              <a:buFont typeface="Times New Roman"/>
              <a:buChar char="•"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152400" algn="just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about events is scattered and decentralized, making it hard for students to find reliable, up-to-date details.</a:t>
            </a:r>
          </a:p>
          <a:p>
            <a:pPr lvl="0" indent="-152400" algn="just">
              <a:buClr>
                <a:schemeClr val="dk1"/>
              </a:buClr>
              <a:buSzPts val="2400"/>
              <a:buFont typeface="Times New Roman"/>
              <a:buChar char="•"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152400" algn="just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accessibility of traditional communications restricts students’ ability to access event information, especially those off-campus.</a:t>
            </a:r>
            <a:endParaRPr dirty="0"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Details</a:t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395536" y="1196752"/>
            <a:ext cx="81369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9"/>
          <p:cNvSpPr txBox="1"/>
          <p:nvPr/>
        </p:nvSpPr>
        <p:spPr>
          <a:xfrm>
            <a:off x="368104" y="1451455"/>
            <a:ext cx="874846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Express.js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building the server and API routes.</a:t>
            </a:r>
          </a:p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Mongoose for schema modeling and data management.</a:t>
            </a:r>
          </a:p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Authentication: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Web Tokens (JWT)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secure sessions + password hashing for user credential protection.</a:t>
            </a:r>
          </a:p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Architecture: Fully RESTful API with structured endpoints for users, events, and registrations.</a:t>
            </a:r>
          </a:p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Layer: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fast data retrieval and performance optimization.</a:t>
            </a:r>
          </a:p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Communication: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WebSocket(WS)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live event updates, organizer-to-student messaging, and event chat rooms.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/>
          </a:p>
        </p:txBody>
      </p:sp>
      <p:sp>
        <p:nvSpPr>
          <p:cNvPr id="86" name="Google Shape;86;p10"/>
          <p:cNvSpPr txBox="1"/>
          <p:nvPr/>
        </p:nvSpPr>
        <p:spPr>
          <a:xfrm>
            <a:off x="467550" y="1475637"/>
            <a:ext cx="75657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Event Portal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single platform displaying all upcoming and ongoing college events.</a:t>
            </a:r>
          </a:p>
          <a:p>
            <a:pPr marL="457200" lvl="0" indent="-3810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Full event CRUD functionalities available for organizers.</a:t>
            </a:r>
          </a:p>
          <a:p>
            <a:pPr marL="457200" lvl="0" indent="-3810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Login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Authentication implemented using JWT .</a:t>
            </a:r>
          </a:p>
          <a:p>
            <a:pPr marL="457200" lvl="0" indent="-3810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 Caching: Faster event retrieval using the cache-aside pattern.</a:t>
            </a:r>
          </a:p>
          <a:p>
            <a:pPr marL="457200" lvl="0" indent="-3810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WebSocket-based live updates for announcements and event changes.</a:t>
            </a:r>
          </a:p>
          <a:p>
            <a:pPr marL="457200" lvl="0" indent="-3810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Decoupled API, WebSocket server, and worker services for seamless horizontal scaling.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/>
        </p:nvSpPr>
        <p:spPr>
          <a:xfrm>
            <a:off x="348344" y="217714"/>
            <a:ext cx="39406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Highlights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57" y="1088172"/>
            <a:ext cx="7859485" cy="48541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5A4857-1B36-3472-8DC8-603B490D8991}"/>
              </a:ext>
            </a:extLst>
          </p:cNvPr>
          <p:cNvSpPr txBox="1"/>
          <p:nvPr/>
        </p:nvSpPr>
        <p:spPr>
          <a:xfrm>
            <a:off x="2679192" y="6108192"/>
            <a:ext cx="394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1: registration of user </a:t>
            </a: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/>
        </p:nvSpPr>
        <p:spPr>
          <a:xfrm>
            <a:off x="348344" y="217714"/>
            <a:ext cx="39406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Highlights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628" y="1304770"/>
            <a:ext cx="8678744" cy="48034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A11649-DABA-F4C7-1F43-E9A461BFCAC8}"/>
              </a:ext>
            </a:extLst>
          </p:cNvPr>
          <p:cNvSpPr txBox="1"/>
          <p:nvPr/>
        </p:nvSpPr>
        <p:spPr>
          <a:xfrm>
            <a:off x="2679192" y="6108192"/>
            <a:ext cx="394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2: Login of user </a:t>
            </a: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/>
        </p:nvSpPr>
        <p:spPr>
          <a:xfrm>
            <a:off x="348344" y="217714"/>
            <a:ext cx="39406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Highlights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343" y="1208314"/>
            <a:ext cx="8469085" cy="473528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F86264-61EB-637F-12FD-3DE13DB490C2}"/>
              </a:ext>
            </a:extLst>
          </p:cNvPr>
          <p:cNvSpPr txBox="1"/>
          <p:nvPr/>
        </p:nvSpPr>
        <p:spPr>
          <a:xfrm>
            <a:off x="2679192" y="6108192"/>
            <a:ext cx="394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3:Event creation</a:t>
            </a: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F1F21D0B-EA13-8810-EBB7-2AB5E1B5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AC80B65D-BEF6-3CB5-E880-F19A983BB9DC}"/>
              </a:ext>
            </a:extLst>
          </p:cNvPr>
          <p:cNvSpPr txBox="1"/>
          <p:nvPr/>
        </p:nvSpPr>
        <p:spPr>
          <a:xfrm>
            <a:off x="348344" y="217714"/>
            <a:ext cx="39406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Highlights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358DE3-2C0C-4FCD-5FF0-F72C9B1D8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5597"/>
            <a:ext cx="7974229" cy="44792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8B8D8F-A009-B259-920C-3C375428D27D}"/>
              </a:ext>
            </a:extLst>
          </p:cNvPr>
          <p:cNvSpPr txBox="1"/>
          <p:nvPr/>
        </p:nvSpPr>
        <p:spPr>
          <a:xfrm>
            <a:off x="2679192" y="6108192"/>
            <a:ext cx="394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4: room creation by organiser</a:t>
            </a:r>
          </a:p>
        </p:txBody>
      </p:sp>
    </p:spTree>
    <p:extLst>
      <p:ext uri="{BB962C8B-B14F-4D97-AF65-F5344CB8AC3E}">
        <p14:creationId xmlns:p14="http://schemas.microsoft.com/office/powerpoint/2010/main" val="295228820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56AE2EF-F24D-1636-A58B-EB9A6CC8B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E7B2B5D2-3274-251B-E736-36CE6B6091F0}"/>
              </a:ext>
            </a:extLst>
          </p:cNvPr>
          <p:cNvSpPr txBox="1"/>
          <p:nvPr/>
        </p:nvSpPr>
        <p:spPr>
          <a:xfrm>
            <a:off x="348344" y="217714"/>
            <a:ext cx="39406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Highlights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373C3-7135-73C8-D617-A8803DFB3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299734"/>
            <a:ext cx="8462588" cy="47535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34DB7C-0F69-88B3-8DAB-D3859B681F4A}"/>
              </a:ext>
            </a:extLst>
          </p:cNvPr>
          <p:cNvSpPr txBox="1"/>
          <p:nvPr/>
        </p:nvSpPr>
        <p:spPr>
          <a:xfrm>
            <a:off x="2679192" y="6108192"/>
            <a:ext cx="394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5: join room</a:t>
            </a:r>
          </a:p>
        </p:txBody>
      </p:sp>
    </p:spTree>
    <p:extLst>
      <p:ext uri="{BB962C8B-B14F-4D97-AF65-F5344CB8AC3E}">
        <p14:creationId xmlns:p14="http://schemas.microsoft.com/office/powerpoint/2010/main" val="4077449563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CC32164-D74A-65EE-4488-A2A5217D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7E4116DC-9BF3-9A44-D218-6C5264377D4F}"/>
              </a:ext>
            </a:extLst>
          </p:cNvPr>
          <p:cNvSpPr txBox="1"/>
          <p:nvPr/>
        </p:nvSpPr>
        <p:spPr>
          <a:xfrm>
            <a:off x="348344" y="217714"/>
            <a:ext cx="39406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Highlights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CEB2D-6E20-88C9-C750-0904405EC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4" y="1290590"/>
            <a:ext cx="8332359" cy="46804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3F2AD3-5006-3612-1ED0-C880C016CB32}"/>
              </a:ext>
            </a:extLst>
          </p:cNvPr>
          <p:cNvSpPr txBox="1"/>
          <p:nvPr/>
        </p:nvSpPr>
        <p:spPr>
          <a:xfrm>
            <a:off x="2679192" y="6108192"/>
            <a:ext cx="394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6: message sent in room</a:t>
            </a:r>
          </a:p>
        </p:txBody>
      </p:sp>
    </p:spTree>
    <p:extLst>
      <p:ext uri="{BB962C8B-B14F-4D97-AF65-F5344CB8AC3E}">
        <p14:creationId xmlns:p14="http://schemas.microsoft.com/office/powerpoint/2010/main" val="2060168786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088996C-203C-6AFA-A3AF-4F383861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92E49961-9936-61C0-CE81-E2F558D84245}"/>
              </a:ext>
            </a:extLst>
          </p:cNvPr>
          <p:cNvSpPr txBox="1"/>
          <p:nvPr/>
        </p:nvSpPr>
        <p:spPr>
          <a:xfrm>
            <a:off x="348344" y="217714"/>
            <a:ext cx="39406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Highlights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982D5-337C-FFA0-921E-20FDEA37B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60" y="1166502"/>
            <a:ext cx="8390479" cy="4713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68EADA-F80D-DAB0-0E2C-F1783E2772BD}"/>
              </a:ext>
            </a:extLst>
          </p:cNvPr>
          <p:cNvSpPr txBox="1"/>
          <p:nvPr/>
        </p:nvSpPr>
        <p:spPr>
          <a:xfrm>
            <a:off x="2679192" y="6108192"/>
            <a:ext cx="394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7: message received by participants</a:t>
            </a:r>
          </a:p>
        </p:txBody>
      </p:sp>
    </p:spTree>
    <p:extLst>
      <p:ext uri="{BB962C8B-B14F-4D97-AF65-F5344CB8AC3E}">
        <p14:creationId xmlns:p14="http://schemas.microsoft.com/office/powerpoint/2010/main" val="3414703882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/>
        </p:nvSpPr>
        <p:spPr>
          <a:xfrm>
            <a:off x="179525" y="119850"/>
            <a:ext cx="5030100" cy="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42375" y="1195150"/>
            <a:ext cx="8459100" cy="53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Development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Build a complete, responsive frontend using React to improve user experience and make the platform more interactive.</a:t>
            </a:r>
          </a:p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Certificates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Add a feature to automatically generate and issue verifiable digital certificates to participants after event completion.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152400"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Notifications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Implement a robust notification system using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WebSockets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Redis Queue for real-time alerts, reminders, certificate updates, and event announcements across web and mobile.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240550" y="970685"/>
            <a:ext cx="8401200" cy="6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the Project: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This project is a web-based </a:t>
            </a:r>
            <a:r>
              <a:rPr lang="en-US" sz="2400" b="1">
                <a:solidFill>
                  <a:schemeClr val="dk1"/>
                </a:solidFill>
              </a:rPr>
              <a:t>Event Management System</a:t>
            </a:r>
            <a:r>
              <a:rPr lang="en-US" sz="2400">
                <a:solidFill>
                  <a:schemeClr val="dk1"/>
                </a:solidFill>
              </a:rPr>
              <a:t> built with </a:t>
            </a:r>
            <a:r>
              <a:rPr lang="en-US" sz="2400" b="1">
                <a:solidFill>
                  <a:schemeClr val="dk1"/>
                </a:solidFill>
              </a:rPr>
              <a:t>Node.js</a:t>
            </a:r>
            <a:r>
              <a:rPr lang="en-US" sz="2400">
                <a:solidFill>
                  <a:schemeClr val="dk1"/>
                </a:solidFill>
              </a:rPr>
              <a:t> and </a:t>
            </a:r>
            <a:r>
              <a:rPr lang="en-US" sz="2400" b="1">
                <a:solidFill>
                  <a:schemeClr val="dk1"/>
                </a:solidFill>
              </a:rPr>
              <a:t>MongoDB</a:t>
            </a:r>
            <a:r>
              <a:rPr lang="en-US" sz="2400">
                <a:solidFill>
                  <a:schemeClr val="dk1"/>
                </a:solidFill>
              </a:rPr>
              <a:t>, providing a </a:t>
            </a:r>
            <a:r>
              <a:rPr lang="en-US" sz="2400" b="1">
                <a:solidFill>
                  <a:schemeClr val="dk1"/>
                </a:solidFill>
              </a:rPr>
              <a:t>centralized and secure platform</a:t>
            </a:r>
            <a:r>
              <a:rPr lang="en-US" sz="2400">
                <a:solidFill>
                  <a:schemeClr val="dk1"/>
                </a:solidFill>
              </a:rPr>
              <a:t> that bridges the communication gap between event organizers and students.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By integrating </a:t>
            </a:r>
            <a:r>
              <a:rPr lang="en-US" sz="2400" b="1">
                <a:solidFill>
                  <a:schemeClr val="dk1"/>
                </a:solidFill>
              </a:rPr>
              <a:t>Redis for caching &amp; background processing</a:t>
            </a:r>
            <a:r>
              <a:rPr lang="en-US" sz="2400">
                <a:solidFill>
                  <a:schemeClr val="dk1"/>
                </a:solidFill>
              </a:rPr>
              <a:t> and a separate </a:t>
            </a:r>
            <a:r>
              <a:rPr lang="en-US" sz="2400" b="1">
                <a:solidFill>
                  <a:schemeClr val="dk1"/>
                </a:solidFill>
              </a:rPr>
              <a:t>WebSocket service for real-time notifications</a:t>
            </a:r>
            <a:r>
              <a:rPr lang="en-US" sz="2400">
                <a:solidFill>
                  <a:schemeClr val="dk1"/>
                </a:solidFill>
              </a:rPr>
              <a:t>, the system becomes </a:t>
            </a:r>
            <a:r>
              <a:rPr lang="en-US" sz="2400" b="1">
                <a:solidFill>
                  <a:schemeClr val="dk1"/>
                </a:solidFill>
              </a:rPr>
              <a:t>fast, scalable, and highly responsive</a:t>
            </a:r>
            <a:r>
              <a:rPr lang="en-US" sz="2400">
                <a:solidFill>
                  <a:schemeClr val="dk1"/>
                </a:solidFill>
              </a:rPr>
              <a:t>, matching modern industry standards for web applications.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Communication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Security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Efficiency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References/Links used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421824" y="1282573"/>
            <a:ext cx="8931275" cy="538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Documentation: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Node.js: https://nodejs.org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Express.js: https://expressjs.com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MongoDB: https://www.mongodb.com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Background: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Articles on college event management challenges – Medium, ResearchGate.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studies of event promotion platforms and student management systems.</a:t>
            </a:r>
            <a:endParaRPr dirty="0"/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 descr="Download The Best Thank You Slide For PPT Presentation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 descr="Download The Best Thank You Slide For PPT Presentation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 descr="Download The Best Thank You Slide For PPT Presentation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8" descr="Thank you cards Images | Free Vectors, Stock Photos &amp; PS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57232"/>
            <a:ext cx="9144000" cy="5786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Microsoft Office PowerPoint</Application>
  <PresentationFormat>On-screen Show (4:3)</PresentationFormat>
  <Paragraphs>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 Black</vt:lpstr>
      <vt:lpstr>Times New Roman</vt:lpstr>
      <vt:lpstr>Calibri</vt:lpstr>
      <vt:lpstr>Arial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infor</cp:lastModifiedBy>
  <cp:revision>1</cp:revision>
  <dcterms:modified xsi:type="dcterms:W3CDTF">2025-11-20T09:13:29Z</dcterms:modified>
</cp:coreProperties>
</file>